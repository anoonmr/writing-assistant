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25880"/>
            <a:ext cx="10332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3750"/>
                </a:solidFill>
                <a:latin typeface="Arial" panose="020B0604020202020204"/>
              </a:defRPr>
            </a:pPr>
            <a:r>
              <a:t>ACTIVITY 2</a:t>
            </a:r>
          </a:p>
          <a:p>
            <a:pPr>
              <a:defRPr sz="3200" b="1">
                <a:solidFill>
                  <a:srgbClr val="2D2D2D"/>
                </a:solidFill>
                <a:latin typeface="Arial" panose="020B0604020202020204"/>
              </a:defRPr>
            </a:pPr>
            <a:r>
              <a:t>Research Project Presentation</a:t>
            </a:r>
          </a:p>
          <a:p>
            <a:pPr>
              <a:defRPr sz="2300">
                <a:solidFill>
                  <a:srgbClr val="696969"/>
                </a:solidFill>
                <a:latin typeface="Arial" panose="020B0604020202020204"/>
              </a:defRPr>
            </a:pPr>
            <a:r>
              <a:t>[Project Title]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2971800"/>
            <a:ext cx="8046720" cy="32004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337560"/>
            <a:ext cx="7772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  <a:latin typeface="Arial" panose="020B0604020202020204"/>
              </a:defRPr>
            </a:pPr>
            <a:r>
              <a:t>Team Name: [Team Name]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rial" panose="020B0604020202020204"/>
              </a:defRPr>
            </a:pPr>
            <a:r>
              <a:t>Student Names and USNs: [Names]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rial" panose="020B0604020202020204"/>
              </a:defRPr>
            </a:pPr>
            <a:r>
              <a:t>Department of MCA | [Institution Name]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  <a:latin typeface="Arial" panose="020B0604020202020204"/>
              </a:defRPr>
            </a:pPr>
            <a:r>
              <a:t>Faculty: [Faculty Name] | Date: [DD/MM/YYYY]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rial" panose="020B0604020202020204"/>
              </a:defRPr>
            </a:pPr>
            <a:r>
              <a:t>Replace the prompts with your project-specific content.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Project title, team name, student names and USNs, course, department, faculty name, submission 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Introduction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rial" panose="020B0604020202020204"/>
              </a:defRPr>
            </a:pPr>
            <a:r>
              <a:t>Replace the prompts with your project-specific content.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Brief background of the topic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Problem being addressed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Why the problem is important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rial" panose="020B0604020202020204"/>
              </a:defRPr>
            </a:pPr>
            <a:r>
              <a:t>Replace the prompts with your project-specific content.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t>Summarize 3–5 key papers in a table: paper title, publication, year, methodology, and findings.</a:t>
            </a:r>
          </a:p>
          <a:p>
            <a:pPr>
              <a:spcAft>
                <a:spcPts val="1300"/>
              </a:spcAft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t>Mention the research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rial" panose="020B0604020202020204"/>
              </a:defRPr>
            </a:pPr>
            <a:r>
              <a:t>Replace the prompts with your project-specific content.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t>Explain the proposed approach and workflow.</a:t>
            </a:r>
          </a:p>
          <a:p>
            <a:pPr>
              <a:spcAft>
                <a:spcPts val="1300"/>
              </a:spcAft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t>Include a simple architecture or flowchart.</a:t>
            </a:r>
          </a:p>
          <a:p>
            <a:pPr>
              <a:spcAft>
                <a:spcPts val="1300"/>
              </a:spcAft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t>Describe algorithms and key implementation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Dataset &amp; 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rial" panose="020B0604020202020204"/>
              </a:defRPr>
            </a:pPr>
            <a:r>
              <a:t>Replace the prompts with your project-specific content.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Dataset name and source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Number of samples/features/classes, where relevant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Preprocessing steps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Tools, libraries, hardware, and train/test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rial" panose="020B0604020202020204"/>
              </a:defRPr>
            </a:pPr>
            <a:r>
              <a:t>Replace the prompts with your project-specific content.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2D2D"/>
                </a:solidFill>
                <a:latin typeface="Arial" panose="020B0604020202020204"/>
              </a:defRPr>
            </a:pPr>
            <a:r>
              <a:t>Show actual metrics and explain what they mean.</a:t>
            </a:r>
          </a:p>
          <a:p>
            <a:pPr>
              <a:spcAft>
                <a:spcPts val="1300"/>
              </a:spcAft>
              <a:defRPr sz="1900">
                <a:solidFill>
                  <a:srgbClr val="2D2D2D"/>
                </a:solidFill>
                <a:latin typeface="Arial" panose="020B0604020202020204"/>
              </a:defRPr>
            </a:pPr>
            <a:r>
              <a:t>Use suitable metrics for the project.</a:t>
            </a:r>
          </a:p>
          <a:p>
            <a:pPr>
              <a:spcAft>
                <a:spcPts val="1300"/>
              </a:spcAft>
              <a:defRPr sz="1900">
                <a:solidFill>
                  <a:srgbClr val="2D2D2D"/>
                </a:solidFill>
                <a:latin typeface="Arial" panose="020B0604020202020204"/>
              </a:defRPr>
            </a:pPr>
            <a:r>
              <a:t>Compare with a baseline if relevant and fair.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Confusion Matrix &amp;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rial" panose="020B0604020202020204"/>
              </a:defRPr>
            </a:pPr>
            <a:r>
              <a:t>Replace the prompts with your project-specific content.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t>For classification projects, insert the actual confusion matrix.</a:t>
            </a:r>
          </a:p>
          <a:p>
            <a:pPr>
              <a:spcAft>
                <a:spcPts val="1300"/>
              </a:spcAft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t>Add a screenshot of the project output.</a:t>
            </a:r>
          </a:p>
          <a:p>
            <a:pPr>
              <a:spcAft>
                <a:spcPts val="1300"/>
              </a:spcAft>
              <a:defRPr sz="1800">
                <a:solidFill>
                  <a:srgbClr val="2D2D2D"/>
                </a:solidFill>
                <a:latin typeface="Arial" panose="020B0604020202020204"/>
              </a:defRPr>
            </a:pPr>
            <a:r>
              <a:t>Briefly explain correct and incorrect predictions.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46120"/>
            <a:ext cx="4846320" cy="2468880"/>
          </a:xfrm>
          <a:prstGeom prst="rect">
            <a:avLst/>
          </a:prstGeom>
          <a:noFill/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96969"/>
                </a:solidFill>
                <a:latin typeface="Arial" panose="020B0604020202020204"/>
              </a:defRPr>
            </a:pPr>
            <a:r>
              <a:t>Insert confusion matrix screenshot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3246120"/>
            <a:ext cx="4846320" cy="2468880"/>
          </a:xfrm>
          <a:prstGeom prst="rect">
            <a:avLst/>
          </a:prstGeom>
          <a:noFill/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96969"/>
                </a:solidFill>
                <a:latin typeface="Arial" panose="020B0604020202020204"/>
              </a:defRPr>
            </a:pPr>
            <a:r>
              <a:t>Insert project output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rial" panose="020B0604020202020204"/>
              </a:defRPr>
            </a:pPr>
            <a:r>
              <a:t>Replace the prompts with your project-specific content.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Describe observed errors or failure cases.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Explain possible causes.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Mention limitations and possible improvements.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Project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rial" panose="020B0604020202020204"/>
              </a:defRPr>
            </a:pPr>
            <a:r>
              <a:t>Replace the prompts with your project-specific content.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2D2D"/>
                </a:solidFill>
                <a:latin typeface="Arial" panose="020B0604020202020204"/>
              </a:defRPr>
            </a:pPr>
            <a:r>
              <a:t>GitHub repository link</a:t>
            </a:r>
          </a:p>
          <a:p>
            <a:pPr>
              <a:spcAft>
                <a:spcPts val="1300"/>
              </a:spcAft>
              <a:defRPr sz="1900">
                <a:solidFill>
                  <a:srgbClr val="2D2D2D"/>
                </a:solidFill>
                <a:latin typeface="Arial" panose="020B0604020202020204"/>
              </a:defRPr>
            </a:pPr>
            <a:r>
              <a:t>Deployment link, if available</a:t>
            </a:r>
          </a:p>
          <a:p>
            <a:pPr>
              <a:spcAft>
                <a:spcPts val="1300"/>
              </a:spcAft>
              <a:defRPr sz="1900">
                <a:solidFill>
                  <a:srgbClr val="2D2D2D"/>
                </a:solidFill>
                <a:latin typeface="Arial" panose="020B0604020202020204"/>
              </a:defRPr>
            </a:pPr>
            <a:r>
              <a:t>Screenshot of the running application</a:t>
            </a:r>
          </a:p>
          <a:p>
            <a:pPr>
              <a:spcAft>
                <a:spcPts val="1300"/>
              </a:spcAft>
              <a:defRPr sz="1900">
                <a:solidFill>
                  <a:srgbClr val="2D2D2D"/>
                </a:solidFill>
                <a:latin typeface="Arial" panose="020B0604020202020204"/>
              </a:defRPr>
            </a:pPr>
            <a:r>
              <a:t>If not deployed, explain how to run it locally.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160520"/>
            <a:ext cx="4846320" cy="1417320"/>
          </a:xfrm>
          <a:prstGeom prst="rect">
            <a:avLst/>
          </a:prstGeom>
          <a:noFill/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696969"/>
                </a:solidFill>
                <a:latin typeface="Arial" panose="020B0604020202020204"/>
              </a:defRPr>
            </a:pPr>
            <a:r>
              <a:t>Insert deployment screenshot (if available)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rial" panose="020B0604020202020204"/>
              </a:defRPr>
            </a:pPr>
            <a:r>
              <a:t>Replace the prompts with your project-specific content.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Summarize what was achieved.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State the main findings based on results.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Mention limitations and future improvements.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AI Usage Acknowledgement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rial" panose="020B0604020202020204"/>
              </a:defRPr>
            </a:pPr>
            <a:r>
              <a:t>Replace the prompts with your project-specific content.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Mention whether AI tools were used.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Name the tools and explain how they were used.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State how generated suggestions/code were checked.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Be honest and follow course 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  <a:latin typeface="Arial" panose="020B0604020202020204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  <a:latin typeface="Arial" panose="020B0604020202020204"/>
              </a:defRPr>
            </a:pPr>
            <a:r>
              <a:t>Replace the prompts with your project-specific content.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44752"/>
            <a:ext cx="10881360" cy="22860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List research papers and other sources in a consistent format.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Include DOI or stable URL where available.</a:t>
            </a:r>
          </a:p>
          <a:p>
            <a:pPr>
              <a:spcAft>
                <a:spcPts val="1300"/>
              </a:spcAft>
              <a:defRPr sz="2000">
                <a:solidFill>
                  <a:srgbClr val="2D2D2D"/>
                </a:solidFill>
                <a:latin typeface="Arial" panose="020B0604020202020204"/>
              </a:defRPr>
            </a:pPr>
            <a:r>
              <a:t>Cite sources on relevant slides.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  <a:latin typeface="Arial" panose="020B0604020202020204"/>
              </a:defRPr>
            </a:pPr>
            <a:r>
              <a:t>Activity 2 | Research Presentation                                   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3686</Words>
  <Application>WPS Presentation</Application>
  <PresentationFormat>On-screen Show (4:3)</PresentationFormat>
  <Paragraphs>138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sushm</cp:lastModifiedBy>
  <cp:revision>2</cp:revision>
  <dcterms:created xsi:type="dcterms:W3CDTF">2013-01-27T09:14:00Z</dcterms:created>
  <dcterms:modified xsi:type="dcterms:W3CDTF">2026-10-07T05:40:50Z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2786A9E28CC84F9D87CDAAA8F418E0D5_12</vt:lpwstr>
  </property>
  <property fmtid="{D5CDD505-2E9C-101B-9397-08002B2CF9AE}" pid="3" name="KSOProductBuildVer">
    <vt:lpwstr>1033-12.1.0.28485</vt:lpwstr>
  </property>
</Properties>
</file>